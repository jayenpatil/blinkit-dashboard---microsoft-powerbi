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BD856D-9B84-435E-9553-04F926EC2A4E}" v="26" dt="2025-11-08T16:23:22.9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4660"/>
  </p:normalViewPr>
  <p:slideViewPr>
    <p:cSldViewPr snapToGrid="0">
      <p:cViewPr>
        <p:scale>
          <a:sx n="66" d="100"/>
          <a:sy n="66" d="100"/>
        </p:scale>
        <p:origin x="43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en Patil" userId="2270d880b59165d2" providerId="LiveId" clId="{745F4931-F67F-4300-8226-CDF41004B631}"/>
    <pc:docChg chg="undo custSel addSld delSld modSld">
      <pc:chgData name="Jayen Patil" userId="2270d880b59165d2" providerId="LiveId" clId="{745F4931-F67F-4300-8226-CDF41004B631}" dt="2025-11-08T16:23:22.995" v="67"/>
      <pc:docMkLst>
        <pc:docMk/>
      </pc:docMkLst>
      <pc:sldChg chg="addSp delSp modSp mod">
        <pc:chgData name="Jayen Patil" userId="2270d880b59165d2" providerId="LiveId" clId="{745F4931-F67F-4300-8226-CDF41004B631}" dt="2025-11-08T16:21:55.118" v="56" actId="207"/>
        <pc:sldMkLst>
          <pc:docMk/>
          <pc:sldMk cId="771345481" sldId="256"/>
        </pc:sldMkLst>
        <pc:spChg chg="mod">
          <ac:chgData name="Jayen Patil" userId="2270d880b59165d2" providerId="LiveId" clId="{745F4931-F67F-4300-8226-CDF41004B631}" dt="2025-11-08T16:21:55.118" v="56" actId="207"/>
          <ac:spMkLst>
            <pc:docMk/>
            <pc:sldMk cId="771345481" sldId="256"/>
            <ac:spMk id="4" creationId="{1B1A1F1B-0FC0-7D4C-BBD1-EDEA9DA2A4C2}"/>
          </ac:spMkLst>
        </pc:spChg>
        <pc:spChg chg="add del mod">
          <ac:chgData name="Jayen Patil" userId="2270d880b59165d2" providerId="LiveId" clId="{745F4931-F67F-4300-8226-CDF41004B631}" dt="2025-11-08T16:17:17.257" v="21" actId="11529"/>
          <ac:spMkLst>
            <pc:docMk/>
            <pc:sldMk cId="771345481" sldId="256"/>
            <ac:spMk id="6" creationId="{F2EF7513-D12B-B468-9F42-4724304CEFD8}"/>
          </ac:spMkLst>
        </pc:spChg>
        <pc:picChg chg="add del mod">
          <ac:chgData name="Jayen Patil" userId="2270d880b59165d2" providerId="LiveId" clId="{745F4931-F67F-4300-8226-CDF41004B631}" dt="2025-11-08T16:21:18.829" v="50" actId="1076"/>
          <ac:picMkLst>
            <pc:docMk/>
            <pc:sldMk cId="771345481" sldId="256"/>
            <ac:picMk id="10" creationId="{B89801A1-961C-B2DA-8771-94C4771528D7}"/>
          </ac:picMkLst>
        </pc:picChg>
      </pc:sldChg>
      <pc:sldChg chg="addSp modSp mod">
        <pc:chgData name="Jayen Patil" userId="2270d880b59165d2" providerId="LiveId" clId="{745F4931-F67F-4300-8226-CDF41004B631}" dt="2025-11-08T16:23:22.995" v="67"/>
        <pc:sldMkLst>
          <pc:docMk/>
          <pc:sldMk cId="816389228" sldId="257"/>
        </pc:sldMkLst>
        <pc:spChg chg="mod">
          <ac:chgData name="Jayen Patil" userId="2270d880b59165d2" providerId="LiveId" clId="{745F4931-F67F-4300-8226-CDF41004B631}" dt="2025-11-08T16:23:22.995" v="67"/>
          <ac:spMkLst>
            <pc:docMk/>
            <pc:sldMk cId="816389228" sldId="257"/>
            <ac:spMk id="2" creationId="{C15162E7-DAAA-684C-4267-DDE40C75618E}"/>
          </ac:spMkLst>
        </pc:spChg>
        <pc:spChg chg="mod">
          <ac:chgData name="Jayen Patil" userId="2270d880b59165d2" providerId="LiveId" clId="{745F4931-F67F-4300-8226-CDF41004B631}" dt="2025-11-08T16:21:38.425" v="52" actId="207"/>
          <ac:spMkLst>
            <pc:docMk/>
            <pc:sldMk cId="816389228" sldId="257"/>
            <ac:spMk id="4" creationId="{89FB9F82-2C7D-DEF2-0EAD-E0A959BC766F}"/>
          </ac:spMkLst>
        </pc:spChg>
        <pc:picChg chg="add mod">
          <ac:chgData name="Jayen Patil" userId="2270d880b59165d2" providerId="LiveId" clId="{745F4931-F67F-4300-8226-CDF41004B631}" dt="2025-11-08T16:22:00.705" v="57"/>
          <ac:picMkLst>
            <pc:docMk/>
            <pc:sldMk cId="816389228" sldId="257"/>
            <ac:picMk id="6" creationId="{DB028399-134D-5A14-C2E0-2F5BA9359F33}"/>
          </ac:picMkLst>
        </pc:picChg>
      </pc:sldChg>
      <pc:sldChg chg="addSp modSp">
        <pc:chgData name="Jayen Patil" userId="2270d880b59165d2" providerId="LiveId" clId="{745F4931-F67F-4300-8226-CDF41004B631}" dt="2025-11-08T16:22:02.700" v="58"/>
        <pc:sldMkLst>
          <pc:docMk/>
          <pc:sldMk cId="615011721" sldId="259"/>
        </pc:sldMkLst>
        <pc:picChg chg="add mod">
          <ac:chgData name="Jayen Patil" userId="2270d880b59165d2" providerId="LiveId" clId="{745F4931-F67F-4300-8226-CDF41004B631}" dt="2025-11-08T16:22:02.700" v="58"/>
          <ac:picMkLst>
            <pc:docMk/>
            <pc:sldMk cId="615011721" sldId="259"/>
            <ac:picMk id="6" creationId="{F51FF626-EAD0-7757-4D1E-F509D6B808C1}"/>
          </ac:picMkLst>
        </pc:picChg>
      </pc:sldChg>
      <pc:sldChg chg="addSp modSp">
        <pc:chgData name="Jayen Patil" userId="2270d880b59165d2" providerId="LiveId" clId="{745F4931-F67F-4300-8226-CDF41004B631}" dt="2025-11-08T16:22:04.327" v="59"/>
        <pc:sldMkLst>
          <pc:docMk/>
          <pc:sldMk cId="2618039032" sldId="260"/>
        </pc:sldMkLst>
        <pc:picChg chg="add mod">
          <ac:chgData name="Jayen Patil" userId="2270d880b59165d2" providerId="LiveId" clId="{745F4931-F67F-4300-8226-CDF41004B631}" dt="2025-11-08T16:22:04.327" v="59"/>
          <ac:picMkLst>
            <pc:docMk/>
            <pc:sldMk cId="2618039032" sldId="260"/>
            <ac:picMk id="6" creationId="{1F34DA6B-5882-34B7-6D06-C207F57C2E49}"/>
          </ac:picMkLst>
        </pc:picChg>
      </pc:sldChg>
      <pc:sldChg chg="addSp modSp">
        <pc:chgData name="Jayen Patil" userId="2270d880b59165d2" providerId="LiveId" clId="{745F4931-F67F-4300-8226-CDF41004B631}" dt="2025-11-08T16:22:07.777" v="60"/>
        <pc:sldMkLst>
          <pc:docMk/>
          <pc:sldMk cId="2804293652" sldId="261"/>
        </pc:sldMkLst>
        <pc:picChg chg="add mod">
          <ac:chgData name="Jayen Patil" userId="2270d880b59165d2" providerId="LiveId" clId="{745F4931-F67F-4300-8226-CDF41004B631}" dt="2025-11-08T16:22:07.777" v="60"/>
          <ac:picMkLst>
            <pc:docMk/>
            <pc:sldMk cId="2804293652" sldId="261"/>
            <ac:picMk id="6" creationId="{6A2057CB-AAF4-5F53-EF5B-D58CBC49C208}"/>
          </ac:picMkLst>
        </pc:picChg>
      </pc:sldChg>
      <pc:sldChg chg="addSp modSp">
        <pc:chgData name="Jayen Patil" userId="2270d880b59165d2" providerId="LiveId" clId="{745F4931-F67F-4300-8226-CDF41004B631}" dt="2025-11-08T16:22:30.748" v="64"/>
        <pc:sldMkLst>
          <pc:docMk/>
          <pc:sldMk cId="3191462350" sldId="262"/>
        </pc:sldMkLst>
        <pc:picChg chg="add mod">
          <ac:chgData name="Jayen Patil" userId="2270d880b59165d2" providerId="LiveId" clId="{745F4931-F67F-4300-8226-CDF41004B631}" dt="2025-11-08T16:22:30.748" v="64"/>
          <ac:picMkLst>
            <pc:docMk/>
            <pc:sldMk cId="3191462350" sldId="262"/>
            <ac:picMk id="6" creationId="{5F592338-0E57-AB29-61B9-B796A8934E3D}"/>
          </ac:picMkLst>
        </pc:picChg>
      </pc:sldChg>
      <pc:sldChg chg="addSp modSp">
        <pc:chgData name="Jayen Patil" userId="2270d880b59165d2" providerId="LiveId" clId="{745F4931-F67F-4300-8226-CDF41004B631}" dt="2025-11-08T16:22:33.819" v="66"/>
        <pc:sldMkLst>
          <pc:docMk/>
          <pc:sldMk cId="736887488" sldId="263"/>
        </pc:sldMkLst>
        <pc:picChg chg="add mod">
          <ac:chgData name="Jayen Patil" userId="2270d880b59165d2" providerId="LiveId" clId="{745F4931-F67F-4300-8226-CDF41004B631}" dt="2025-11-08T16:22:33.819" v="66"/>
          <ac:picMkLst>
            <pc:docMk/>
            <pc:sldMk cId="736887488" sldId="263"/>
            <ac:picMk id="6" creationId="{9EB3826F-DCF3-59F1-2820-255934860E1A}"/>
          </ac:picMkLst>
        </pc:picChg>
      </pc:sldChg>
      <pc:sldChg chg="addSp modSp add">
        <pc:chgData name="Jayen Patil" userId="2270d880b59165d2" providerId="LiveId" clId="{745F4931-F67F-4300-8226-CDF41004B631}" dt="2025-11-08T16:22:32.349" v="65"/>
        <pc:sldMkLst>
          <pc:docMk/>
          <pc:sldMk cId="2981526788" sldId="265"/>
        </pc:sldMkLst>
        <pc:picChg chg="add mod">
          <ac:chgData name="Jayen Patil" userId="2270d880b59165d2" providerId="LiveId" clId="{745F4931-F67F-4300-8226-CDF41004B631}" dt="2025-11-08T16:22:32.349" v="65"/>
          <ac:picMkLst>
            <pc:docMk/>
            <pc:sldMk cId="2981526788" sldId="265"/>
            <ac:picMk id="6" creationId="{F7A48A34-B54A-F8E9-EC05-D9499AFEDBAC}"/>
          </ac:picMkLst>
        </pc:picChg>
      </pc:sldChg>
      <pc:sldChg chg="add del">
        <pc:chgData name="Jayen Patil" userId="2270d880b59165d2" providerId="LiveId" clId="{745F4931-F67F-4300-8226-CDF41004B631}" dt="2025-11-08T16:22:23.253" v="63" actId="47"/>
        <pc:sldMkLst>
          <pc:docMk/>
          <pc:sldMk cId="2293042611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EBFF2-A813-7C18-6DEA-5929ACCB49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CE5366-73E3-283A-DD65-4565A49CA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CCF66-AA3B-BC8E-3BE1-F31AB9418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B9AE-4C5F-49A1-B4DC-E209D067EE3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EAB6A-256F-C630-87A3-3538F06E6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E80B9-C844-82C7-FBD6-AB43738A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6AB0-D888-4C27-9E2B-F727BEF22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595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0CA4D-381F-05A4-64B0-347B416A3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C4A18-70CE-8745-D4B1-8A9FCF185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CD421-ECF5-41C6-0BBB-6202896A6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B9AE-4C5F-49A1-B4DC-E209D067EE3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0C358-A031-8E27-8F4E-B650BAE3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1F23F-F98B-5D87-0FE0-FBC24D3A0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6AB0-D888-4C27-9E2B-F727BEF22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5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19703-F30F-4D59-BD92-80352D32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6C626-8409-438E-05F3-4BD3909D5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FFDCD-05C0-3A90-9FC4-54BBA4C7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B9AE-4C5F-49A1-B4DC-E209D067EE3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0E8CE-D9D3-DBB3-467E-058E21832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14D99-9E18-0378-40F7-9C8E745E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6AB0-D888-4C27-9E2B-F727BEF22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67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C3D7-6A61-694D-CEC3-5F9E0002B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76793-C6FA-D1C7-5231-3817F959E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6EF45-6A34-EA38-70FC-4C01757B5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EA486-8E61-DC16-3B2D-2E3415D93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B9AE-4C5F-49A1-B4DC-E209D067EE3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81831-5925-316B-8597-FBAA38577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A3C68-736E-B394-CB6A-F21F52C95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6AB0-D888-4C27-9E2B-F727BEF22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76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AAD6-29E9-FE00-A218-B553B54E9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13394-B7BB-2353-1180-631FEBA55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B28DA-F974-A10B-ED67-758F89004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B118C-F5FB-E3E4-6DD7-E24CADAA7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968ED-794D-B8CE-BF84-7722EAAA5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C8CF6-C1F8-46B7-B656-9D509DED0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B9AE-4C5F-49A1-B4DC-E209D067EE3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532212-3D69-1E05-B3BA-27D34EB4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46B43D-614B-B5EA-1D1F-6E32E2E9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6AB0-D888-4C27-9E2B-F727BEF22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40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3B51C-A9CA-DD90-3B9C-ACB1193CF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ED084-B77E-2E12-4693-CBBA45269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B9AE-4C5F-49A1-B4DC-E209D067EE3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4F1B2-B156-98C5-4130-FC8DF8659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7D7516-F707-9CDA-51D7-67EF824F5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6AB0-D888-4C27-9E2B-F727BEF22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595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EE8E9-1B27-346D-09FC-922B46A6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B9AE-4C5F-49A1-B4DC-E209D067EE3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27E43-9EF8-25E8-3AD5-D52893507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31499-FC49-8F3A-7FF9-B42B061E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6AB0-D888-4C27-9E2B-F727BEF22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855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50282-8AB6-14EE-D889-DF552E8D7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78932-4814-1B85-0647-407FD848E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D03D6-E1C5-A617-7FBE-344DDE914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61352-9C7C-04C1-B1A3-17AC3348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B9AE-4C5F-49A1-B4DC-E209D067EE3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645E2-8714-3331-5DE9-AA805D1FD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849969-2B41-E769-56FD-BB5D01664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6AB0-D888-4C27-9E2B-F727BEF22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675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36FA1-F07D-EAB8-9506-E4E3C2350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AE075D-AF39-ADF9-893A-7CE861DBB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A18C5-1B6B-C41E-A587-91C532A28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8DEE5E-D8B3-7394-5356-4B697B43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B9AE-4C5F-49A1-B4DC-E209D067EE3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2F18B-96DE-6BA8-6230-8665801D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3800C-6107-4736-E68E-FB79B265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6AB0-D888-4C27-9E2B-F727BEF22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051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CA1C4-FE9D-C419-1DD9-A5A0BFDB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4D606-2B3B-4FF0-1828-A98C33AFB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0DA4D-8652-72FE-9D49-85AFE31BD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B9AE-4C5F-49A1-B4DC-E209D067EE3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0AFCD-6149-CA4A-13A3-ECD5777DB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19369-B0CE-5DCB-57B4-E94BFC68C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6AB0-D888-4C27-9E2B-F727BEF22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65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751558-F81C-0300-4159-A4D8C5D672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518DE-E278-9E2A-B1D4-2970775D1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F9A21-9402-8567-1341-DF115992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AB9AE-4C5F-49A1-B4DC-E209D067EE3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8984C-78D4-52A3-5439-08D5AE0C1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96206-B26A-7494-7AC0-B1791D56D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6AB0-D888-4C27-9E2B-F727BEF22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549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2B4D09-FBB3-AB96-35BB-E0561A237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7D648-5B87-1089-18EB-762E3964C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7C23B-77ED-C521-6E7E-D8B8E6B667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AB9AE-4C5F-49A1-B4DC-E209D067EE3F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3CC7E-23ED-7E70-5397-0654AB3A7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0C9F-DDC2-FAE6-FE7F-1769333AE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56AB0-D888-4C27-9E2B-F727BEF22E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80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D53DCE-0440-7A6C-7AFA-1BC391AD052A}"/>
              </a:ext>
            </a:extLst>
          </p:cNvPr>
          <p:cNvSpPr/>
          <p:nvPr/>
        </p:nvSpPr>
        <p:spPr>
          <a:xfrm>
            <a:off x="1868129" y="1600200"/>
            <a:ext cx="8475405" cy="2001838"/>
          </a:xfrm>
          <a:prstGeom prst="rect">
            <a:avLst/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1A1F1B-0FC0-7D4C-BBD1-EDEA9DA2A4C2}"/>
              </a:ext>
            </a:extLst>
          </p:cNvPr>
          <p:cNvSpPr/>
          <p:nvPr/>
        </p:nvSpPr>
        <p:spPr>
          <a:xfrm>
            <a:off x="73572" y="84083"/>
            <a:ext cx="12034428" cy="6693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4B92EA-8173-E4DC-5BD7-FABBDC882465}"/>
              </a:ext>
            </a:extLst>
          </p:cNvPr>
          <p:cNvSpPr/>
          <p:nvPr/>
        </p:nvSpPr>
        <p:spPr>
          <a:xfrm>
            <a:off x="2020529" y="1752600"/>
            <a:ext cx="8475405" cy="2001838"/>
          </a:xfrm>
          <a:prstGeom prst="rect">
            <a:avLst/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70596-ACE1-BB6A-6BDF-793C9638D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199"/>
            <a:ext cx="9144000" cy="1909763"/>
          </a:xfrm>
        </p:spPr>
        <p:txBody>
          <a:bodyPr/>
          <a:lstStyle/>
          <a:p>
            <a:r>
              <a:rPr lang="en-IN" dirty="0" err="1">
                <a:latin typeface="Cambria" panose="02040503050406030204" pitchFamily="18" charset="0"/>
                <a:ea typeface="Cambria" panose="02040503050406030204" pitchFamily="18" charset="0"/>
              </a:rPr>
              <a:t>Blink</a:t>
            </a:r>
            <a:r>
              <a:rPr lang="en-IN" dirty="0" err="1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it</a:t>
            </a: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 Sales &amp; Performance Dashboard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F54EA-9618-373E-BBEA-35DB19C13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35116"/>
            <a:ext cx="9144000" cy="1022684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By: Jayen Patil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Date: November 2025</a:t>
            </a:r>
          </a:p>
          <a:p>
            <a:endParaRPr lang="en-IN"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F04F9648-1E77-B967-BF14-B427B623C6C0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frame">
            <a:avLst>
              <a:gd name="adj1" fmla="val 887"/>
            </a:avLst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9801A1-961C-B2DA-8771-94C477152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29784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45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9FB9F82-2C7D-DEF2-0EAD-E0A959BC766F}"/>
              </a:ext>
            </a:extLst>
          </p:cNvPr>
          <p:cNvSpPr/>
          <p:nvPr/>
        </p:nvSpPr>
        <p:spPr>
          <a:xfrm>
            <a:off x="73572" y="84083"/>
            <a:ext cx="12034428" cy="6693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162E7-DAAA-684C-4267-DDE40C756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>
                <a:latin typeface="Cambria" panose="02040503050406030204" pitchFamily="18" charset="0"/>
                <a:ea typeface="Cambria" panose="02040503050406030204" pitchFamily="18" charset="0"/>
              </a:rPr>
              <a:t>Objective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4C382-4A95-0A9D-93E8-0BD94C5DB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A9BF22FE-87CC-C290-BB9A-62C64F69E3F7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frame">
            <a:avLst>
              <a:gd name="adj1" fmla="val 887"/>
            </a:avLst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028399-134D-5A14-C2E0-2F5BA9359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29784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8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72AA19-CA63-684E-F1AD-FF2F6D88B967}"/>
              </a:ext>
            </a:extLst>
          </p:cNvPr>
          <p:cNvSpPr/>
          <p:nvPr/>
        </p:nvSpPr>
        <p:spPr>
          <a:xfrm>
            <a:off x="73572" y="84083"/>
            <a:ext cx="12034428" cy="6693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6DAD6B-3F3C-ED51-62A5-9FE5D7E2D020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0" y="80101"/>
            <a:ext cx="11883411" cy="6699390"/>
          </a:xfr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C01DCD47-FBD8-8FCF-B3C2-2752AC2A02C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frame">
            <a:avLst>
              <a:gd name="adj1" fmla="val 887"/>
            </a:avLst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053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B0FE14-B844-DCE0-BB1F-183E436325E0}"/>
              </a:ext>
            </a:extLst>
          </p:cNvPr>
          <p:cNvSpPr/>
          <p:nvPr/>
        </p:nvSpPr>
        <p:spPr>
          <a:xfrm>
            <a:off x="73572" y="84083"/>
            <a:ext cx="12034428" cy="6693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F2005-1EBD-3B5E-4750-0902BEC20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BA0DD-6A45-94FC-387E-9A0EAA0C6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18D242CC-A8E7-3ADB-DB89-440F23D6C59E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frame">
            <a:avLst>
              <a:gd name="adj1" fmla="val 887"/>
            </a:avLst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1FF626-EAD0-7757-4D1E-F509D6B80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29784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01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11FA6F-92EC-8ED3-4F62-E74B8A6B36A5}"/>
              </a:ext>
            </a:extLst>
          </p:cNvPr>
          <p:cNvSpPr/>
          <p:nvPr/>
        </p:nvSpPr>
        <p:spPr>
          <a:xfrm>
            <a:off x="73572" y="84083"/>
            <a:ext cx="12034428" cy="6693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E3271-D7C5-2412-1320-6C380857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BF0F9-071A-EF33-6CBD-2D5A108A7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003AA5B4-7F66-E081-C229-A133937BCAF7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frame">
            <a:avLst>
              <a:gd name="adj1" fmla="val 887"/>
            </a:avLst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34DA6B-5882-34B7-6D06-C207F57C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29784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39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00C796-BB67-6A6A-F735-01057D8880CF}"/>
              </a:ext>
            </a:extLst>
          </p:cNvPr>
          <p:cNvSpPr/>
          <p:nvPr/>
        </p:nvSpPr>
        <p:spPr>
          <a:xfrm>
            <a:off x="73572" y="84083"/>
            <a:ext cx="12034428" cy="6693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08D78D-F2E5-D6CA-941E-31007DC62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AC883-B3B9-5F1F-C38D-07C7CCA8A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F35B584C-5695-C519-B304-EA9511B91E5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frame">
            <a:avLst>
              <a:gd name="adj1" fmla="val 887"/>
            </a:avLst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2057CB-AAF4-5F53-EF5B-D58CBC49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29784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293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BA1AE9-F349-F2D4-F142-74564AFA4C55}"/>
              </a:ext>
            </a:extLst>
          </p:cNvPr>
          <p:cNvSpPr/>
          <p:nvPr/>
        </p:nvSpPr>
        <p:spPr>
          <a:xfrm>
            <a:off x="73572" y="84083"/>
            <a:ext cx="12034428" cy="6693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E9F7D-9F39-0990-3EF6-AB18B8A74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23B8B-D194-70FE-1825-E0E9F3D01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C28854BB-1E92-32BF-0EDC-69844E0EDD4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frame">
            <a:avLst>
              <a:gd name="adj1" fmla="val 887"/>
            </a:avLst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592338-0E57-AB29-61B9-B796A8934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29784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6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FFFA5-D11A-B7F4-D4DB-2074BFD26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499A85-6F13-738E-C6F8-317B807B5458}"/>
              </a:ext>
            </a:extLst>
          </p:cNvPr>
          <p:cNvSpPr/>
          <p:nvPr/>
        </p:nvSpPr>
        <p:spPr>
          <a:xfrm>
            <a:off x="73572" y="84083"/>
            <a:ext cx="12034428" cy="6693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ADEE2-216D-E859-395D-134CAB0D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A13BB-F645-1493-B42E-FDB381EA3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1EB3A43B-AD6A-9CC9-D06F-884FC8AF71F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frame">
            <a:avLst>
              <a:gd name="adj1" fmla="val 887"/>
            </a:avLst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A48A34-B54A-F8E9-EC05-D9499AFE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29784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52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4F51F9-48EF-81AA-A073-B40107E77912}"/>
              </a:ext>
            </a:extLst>
          </p:cNvPr>
          <p:cNvSpPr/>
          <p:nvPr/>
        </p:nvSpPr>
        <p:spPr>
          <a:xfrm>
            <a:off x="73572" y="84083"/>
            <a:ext cx="12034428" cy="6693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92E32-DDF5-C07D-39A6-E9CE3BBE7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6A492-05D3-44C9-0EFC-81CAC3065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9E754CB7-BFA4-4E21-E0DE-82D8A8A5A7BF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frame">
            <a:avLst>
              <a:gd name="adj1" fmla="val 887"/>
            </a:avLst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B3826F-DCF3-59F1-2820-255934860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0" y="5297849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87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3C8077-1377-6E18-AD18-9D7A4A312412}"/>
              </a:ext>
            </a:extLst>
          </p:cNvPr>
          <p:cNvSpPr/>
          <p:nvPr/>
        </p:nvSpPr>
        <p:spPr>
          <a:xfrm>
            <a:off x="73572" y="84083"/>
            <a:ext cx="12034428" cy="66938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96F719-418B-EE24-D027-D96BA54D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6FF7-4E34-F314-04AE-65DB5A07C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8E025B8A-10F4-B1FA-A124-C4D87071F0C3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frame">
            <a:avLst>
              <a:gd name="adj1" fmla="val 887"/>
            </a:avLst>
          </a:prstGeom>
          <a:solidFill>
            <a:srgbClr val="FFD200"/>
          </a:solidFill>
          <a:ln>
            <a:solidFill>
              <a:srgbClr val="FFD2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647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</vt:lpstr>
      <vt:lpstr>Office Theme</vt:lpstr>
      <vt:lpstr>Blinkit Sales &amp; Performance Dashboard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Jayen Patil</dc:creator>
  <cp:lastModifiedBy>Jayen Patil</cp:lastModifiedBy>
  <cp:revision>1</cp:revision>
  <dcterms:created xsi:type="dcterms:W3CDTF">2025-11-08T16:10:38Z</dcterms:created>
  <dcterms:modified xsi:type="dcterms:W3CDTF">2025-11-08T16:23:31Z</dcterms:modified>
</cp:coreProperties>
</file>